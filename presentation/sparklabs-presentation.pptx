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237744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2120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SparkLabs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Malgun Gothic"/>
              </a:rPr>
              <a:t>서류 추적기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BEAFE"/>
                </a:solidFill>
                <a:latin typeface="Malgun Gothic"/>
              </a:rPr>
              <a:t>AI 기반 투자 계약서 자동화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572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Malgun Gothic"/>
              </a:rPr>
              <a:t>2026년 8월 | AI Agent 인턴십 최종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웹사이트 소개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55448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기존 업무의 문제점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개발 프로그램의 장점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74320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이용 방법  (탭별 설명)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성과 및 개선 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93192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활용한 AI 도구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한계점 및 향후 과제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12064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Malgun Gothic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algun Gothic"/>
              </a:rPr>
              <a:t>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웹사이트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What is the SparkLabs 서류 추적기?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949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Malgun Gothic"/>
              </a:rPr>
              <a:t>SparkLabs 투자팀을 위한
내부 웹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RCPS (상환전환우선주) 계약서 자동 생성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SAFE (조건부지분인수) 계약서 자동 생성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투자 딜 현황 추적 및 서류 중앙 관리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Google Drive 연동 — 딜별 폴더 자동 생성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팀 전체 자동 공유 (@sparklabs.co.kr)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40">
                <a:solidFill>
                  <a:srgbClr val="3B82F6"/>
                </a:solidFill>
                <a:latin typeface="Malgun Gothic"/>
              </a:rPr>
              <a:t>● </a:t>
            </a:r>
            <a:r>
              <a:rPr sz="1600">
                <a:solidFill>
                  <a:srgbClr val="1E293B"/>
                </a:solidFill>
                <a:latin typeface="Malgun Gothic"/>
              </a:rPr>
              <a:t>Vercel 배포 — 어디서든 접속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17320"/>
            <a:ext cx="406908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Malgun Gothic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574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45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Next.js  ·  React 19  ·  TypeScript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845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Tailwind CSS v4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845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Vercel Blob (file storage)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845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Google Drive API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845">
                <a:solidFill>
                  <a:srgbClr val="3B82F6"/>
                </a:solidFill>
                <a:latin typeface="Malgun Gothic"/>
              </a:rPr>
              <a:t>● </a:t>
            </a:r>
            <a:r>
              <a:rPr sz="1300">
                <a:solidFill>
                  <a:srgbClr val="FFFFFF"/>
                </a:solidFill>
                <a:latin typeface="Malgun Gothic"/>
              </a:rPr>
              <a:t>Claude AI (Anthropic)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840480"/>
            <a:ext cx="4069080" cy="26060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977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Malgun Gothic"/>
              </a:rPr>
              <a:t>배포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89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56AA"/>
                </a:solidFill>
                <a:latin typeface="Malgun Gothic"/>
              </a:rPr>
              <a:t>sparklabs-doc-tracker.vercel.app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92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</a:rPr>
              <a:t>🔒  내부 사용자만 접근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기존 업무의 문제점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The Problem — Before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E"/>
                </a:solidFill>
                <a:latin typeface="Malgun Gothic"/>
              </a:rPr>
              <a:t>계약서 1건당
소요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Malgun Gothic"/>
              </a:rPr>
              <a:t>2~3
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Malgun Gothic"/>
              </a:rPr>
              <a:t>담당자 1명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17320"/>
            <a:ext cx="772667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7223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계약서 템플릿을 열어 빈칸을 수동으로 하나하나 입력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회사명 · 날짜 · 투자금 등 동일한 정보를 여러 곳에 반복 입력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오탈자·누락 — 사람이 직접 전체를 검토해야 함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딜마다 서류 위치를 이메일·폴더에서 직접 추적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팀원마다 템플릿 버전이 달라 일관성 부재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72">
                <a:solidFill>
                  <a:srgbClr val="DC2626"/>
                </a:solidFill>
                <a:latin typeface="Malgun Gothic"/>
              </a:rPr>
              <a:t>● </a:t>
            </a:r>
            <a:r>
              <a:rPr sz="1650">
                <a:solidFill>
                  <a:srgbClr val="1E293B"/>
                </a:solidFill>
                <a:latin typeface="Malgun Gothic"/>
              </a:rPr>
              <a:t>신규 딜마다 처음부터 다시 작업 (재사용 불가)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개발 프로그램의 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What the Platform 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반복 입력 제거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회사명·날짜 등 한 번만 입력하면 계약서 전체에 자동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오류 최소화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필수 항목 누락 시 빈칸으로 표시되어 즉시 확인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표준 조항 기본값 내장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SparkLabs 표준값이 미리 채워져 검수 시간 단축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원클릭 다운로드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작성 완료 시 .docx 파일로 즉시 다운로드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127248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Google Drive 자동 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딜별 폴더 자동 생성 및 팀 공유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127248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Malgun Gothic"/>
              </a:rPr>
              <a:t>중앙 집중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모든 딜·서류를 한 곳에서 조회 및 추적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이용 방법  ①  딜 목록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Usage — Deal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🗂️  딜 목록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BEAFE"/>
                </a:solidFill>
                <a:latin typeface="Malgun Gothic"/>
              </a:rPr>
              <a:t>Deal Pipeline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투자 파이프라인의 모든 딜을 한눈에 조회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펀드별 / 상태별 필터링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새 딜 추가 및 딜 정보 수정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계약서 작성 탭으로 바로 이동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Google Drive 폴더 바로 열기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서류 업로드 상태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Malgun Gothic"/>
              </a:rPr>
              <a:t>[ 화면 캡처 ]
딜 목록 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이용 방법  ②  계약서 작성 — RCPS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Usage — RCPS Agreement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📄  RCPS 계약서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상환전환우선주 투자계약서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69개 빈칸(토큰) 자동 채우기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반복되는 값은 한 번만 입력  →  전체 반영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서명란 · 별지1 · 별지2까지 자동 완성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표준 조항 기본값 제공 (배당률, 상환이율 등)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작성 완료 시 .docx 즉시 다운로드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5개 섹션으로 구성  (날짜 / 당사자 / 조건 / 통지 / 표준)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Malgun Gothic"/>
              </a:rPr>
              <a:t>[ 화면 캡처 ]
RCPS 계약서 작성 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이용 방법  ③  계약서 작성 —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Usage — SAFE Agreement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📄  SAFE 계약서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Malgun Gothic"/>
              </a:rPr>
              <a:t>조건부지분인수계약서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40개 빈칸(토큰) 자동 채우기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가치한도(Valuation Cap) · 할인율 입력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이해관계인 정보 — 별지1 · 별지3 동시 반영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표준 조항 기본값 (위약벌 12%, 손배 120% 등)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작성 완료 시 .docx 즉시 다운로드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8개 섹션으로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Malgun Gothic"/>
              </a:rPr>
              <a:t>[ 화면 캡처 ]
SAFE 계약서 작성 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이용 방법  ④  서류 업로드 &amp; Google Drive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Usage — Document Upload &amp; Drive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📤  서류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계약서 · 관련 서류 웹사이트에서 업로드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Vercel Blob에 안전하게 저장 (비공개)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업로드한 파일은 Drive 폴더에 자동 미러링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3B82F6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파일명 · 업로드 일시 목록으로 확인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864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🗂️  Google Drive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버튼 클릭 한 번으로 딜별 폴더 자동 생성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펀드별 상위 폴더에 자동 분류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sparklabs.co.kr 전 팀원에게 자동 공유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폴더 삭제 기능 (인라인 확인 후 실행)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1007">
                <a:solidFill>
                  <a:srgbClr val="DBEAFE"/>
                </a:solidFill>
                <a:latin typeface="Malgun Gothic"/>
              </a:rPr>
              <a:t>● </a:t>
            </a:r>
            <a:r>
              <a:rPr sz="1550">
                <a:solidFill>
                  <a:srgbClr val="FFFFFF"/>
                </a:solidFill>
                <a:latin typeface="Malgun Gothic"/>
              </a:rPr>
              <a:t>Drive 폴더 바로가기 버튼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성과 및 개선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Results &amp;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Malgun Gothic"/>
              </a:rPr>
              <a:t>이전 (Before)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Malgun Gothic"/>
              </a:rPr>
              <a:t>2~3시간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algun Gothic"/>
              </a:rPr>
              <a:t>계약서 1건 작성 기준
(수동 입력 + 검토)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8C8"/>
                </a:solidFill>
                <a:latin typeface="Malgun Gothic"/>
              </a:rPr>
              <a:t>↓  담당자가 모든 빈칸을 직접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63040"/>
            <a:ext cx="5989320" cy="3657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002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Malgun Gothic"/>
              </a:rPr>
              <a:t>현재 (After)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0312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Malgun Gothic"/>
              </a:rPr>
              <a:t>~3분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algun Gothic"/>
              </a:rPr>
              <a:t>계약서 1건 작성 기준
(정보 입력 후 즉시 다운로드)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434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FFC8"/>
                </a:solidFill>
                <a:latin typeface="Malgun Gothic"/>
              </a:rPr>
              <a:t>↓  69개 빈칸 자동 채우기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3B82F6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112928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약 97% 이상 시간 단축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활용한 AI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AI Tools Used in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389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Malgun Gothic"/>
              </a:rPr>
              <a:t>Claude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Malgun Gothic"/>
              </a:rPr>
              <a:t>claude-sonnet-4-6 모델
코드 생성, 디버깅, 기능 설계
복잡한 DOCX XML 조작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63040"/>
            <a:ext cx="3657600" cy="4389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Malgun Gothic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Malgun Gothic"/>
              </a:rPr>
              <a:t>AI 코딩 어시스턴트 CLI
터미널에서 직접 코드 작성·실행
파일 편집 · 검색 자동화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463040"/>
            <a:ext cx="3657600" cy="4389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276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Malgun Gothic"/>
              </a:rPr>
              <a:t>Vercel AI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Malgun Gothic"/>
              </a:rPr>
              <a:t>Next.js 프론트엔드에서
AI 응답 스트리밍 처리
(향후 확장 기반)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035040"/>
            <a:ext cx="11292840" cy="56692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2B55"/>
                </a:solidFill>
                <a:latin typeface="Malgun Gothic"/>
              </a:rPr>
              <a:t>개발 스택:   Next.js  ·  React 19  ·  TypeScript  ·  Tailwind CSS v4  ·  Vercel  ·  Google Drive API  ·  Vercel Blob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한계점 및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Malgun Gothic"/>
              </a:rPr>
              <a:t>Current Limitations &amp;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Malgun Gothic"/>
              </a:rPr>
              <a:t>⚠️  현재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42">
                <a:solidFill>
                  <a:srgbClr val="EA580C"/>
                </a:solidFill>
                <a:latin typeface="Malgun Gothic"/>
              </a:rPr>
              <a:t>● </a:t>
            </a:r>
            <a:r>
              <a:rPr sz="1450">
                <a:solidFill>
                  <a:srgbClr val="FFFFFF"/>
                </a:solidFill>
                <a:latin typeface="Malgun Gothic"/>
              </a:rPr>
              <a:t>계약서 템플릿은 수동 업데이트 필요
(법적 조항 변경 시 XML 직접 수정)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EA580C"/>
                </a:solidFill>
                <a:latin typeface="Malgun Gothic"/>
              </a:rPr>
              <a:t>● </a:t>
            </a:r>
            <a:r>
              <a:rPr sz="1450">
                <a:solidFill>
                  <a:srgbClr val="FFFFFF"/>
                </a:solidFill>
                <a:latin typeface="Malgun Gothic"/>
              </a:rPr>
              <a:t>다수의 이해관계인 처리 미구현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EA580C"/>
                </a:solidFill>
                <a:latin typeface="Malgun Gothic"/>
              </a:rPr>
              <a:t>● </a:t>
            </a:r>
            <a:r>
              <a:rPr sz="1450">
                <a:solidFill>
                  <a:srgbClr val="FFFFFF"/>
                </a:solidFill>
                <a:latin typeface="Malgun Gothic"/>
              </a:rPr>
              <a:t>모바일 최적화 미완성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EA580C"/>
                </a:solidFill>
                <a:latin typeface="Malgun Gothic"/>
              </a:rPr>
              <a:t>● </a:t>
            </a:r>
            <a:r>
              <a:rPr sz="1450">
                <a:solidFill>
                  <a:srgbClr val="FFFFFF"/>
                </a:solidFill>
                <a:latin typeface="Malgun Gothic"/>
              </a:rPr>
              <a:t>계약서 전자서명 기능 없음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EA580C"/>
                </a:solidFill>
                <a:latin typeface="Malgun Gothic"/>
              </a:rPr>
              <a:t>● </a:t>
            </a:r>
            <a:r>
              <a:rPr sz="1450">
                <a:solidFill>
                  <a:srgbClr val="FFFFFF"/>
                </a:solidFill>
                <a:latin typeface="Malgun Gothic"/>
              </a:rPr>
              <a:t>사용자 권한 관리 기능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3212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Malgun Gothic"/>
              </a:rPr>
              <a:t>🚀  앞으로 추가할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이메일 알림 (계약서 발송 · 서명 완료)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전자서명 연동  (e.g. DocuSign)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AI 기반 계약서 조항 자동 검토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펀드별 투자 통계 대시보드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다중 이해관계인 지원</a:t>
            </a:r>
          </a:p>
          <a:p>
            <a:pPr>
              <a:lnSpc>
                <a:spcPct val="120000"/>
              </a:lnSpc>
              <a:spcBef>
                <a:spcPts val="120"/>
              </a:spcBef>
            </a:pPr>
            <a:r>
              <a:rPr sz="942">
                <a:solidFill>
                  <a:srgbClr val="1A56AA"/>
                </a:solidFill>
                <a:latin typeface="Malgun Gothic"/>
              </a:rPr>
              <a:t>● </a:t>
            </a:r>
            <a:r>
              <a:rPr sz="1450">
                <a:solidFill>
                  <a:srgbClr val="1E293B"/>
                </a:solidFill>
                <a:latin typeface="Malgun Gothic"/>
              </a:rPr>
              <a:t>계약서 버전 관리 (개정 이력 추적)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algun Gothic"/>
              </a:rPr>
              <a:t>라이브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BEAFE"/>
                </a:solidFill>
                <a:latin typeface="Malgun Gothic"/>
              </a:rPr>
              <a:t>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343400"/>
            <a:ext cx="5806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AFE"/>
                </a:solidFill>
                <a:latin typeface="Malgun Gothic"/>
              </a:rPr>
              <a:t>실제 사이트를 직접 시연합니다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algun Gothic"/>
              </a:rPr>
              <a:t>딜 목록 조회     ·     RCPS 계약서 작성 및 다운로드     ·     Google Drive 폴더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